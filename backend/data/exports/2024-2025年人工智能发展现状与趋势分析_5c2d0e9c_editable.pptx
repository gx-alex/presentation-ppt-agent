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2024-2025年人工智能发展现状与趋势分析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从大模型到Agent智能体的范式转换 · 多模态融合与长上下文能力成为标配 · 应用场景全面落地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大模型能力持续突破，上下文窗口扩展至 100K-200K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Agent智能体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具备规划、推理与工具使用能力的新一代AI系统范式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行业落地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智能客服、代码开发、医疗健康、自动驾驶全面渗透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市场格局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全球AI市场年复合增长率预计超 [Data: 20%+]，资本持续涌入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目录导航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本演示文稿涵盖AI技术现状、大模型动态、关键突破、行业应用、市场格局、安全伦理及趋势展望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AI发展脉络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2022-2023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大模型涌现期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Agent智能体崛起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2024-2025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多模态融合深化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AGI探索与安全治理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[Data: XX%]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年复合增长率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[Data: XX]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主要参与者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全球AI技术生态全景 · 技术成熟度评估 · 产业渗透率分析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主流模型对比分析 · 长上下文技术 · 多模态融合趋势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7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Agent智能体架构 · 工具调用能力 · 推理效率优化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企业级落地案例 · 效率提升数据 · ROI分析框架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垂直领域深度应用 · 监管合规要求 · 商业化路径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区域竞争态势 · 主要厂商份额 · 资本流向分析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技术演进路线 · 新兴应用场景 · 产业变革预判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9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战略优先级矩阵 · 关键成功因素 · 实施路线图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AI技术正经历从大模型到Agent智能体的范式转换，2024-2025年多项关键技术进入规模化应用阶段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基于全球AI产业研究数据综合分析 · 数据截至2024Q4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AI技术发展现状总览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当前AI技术正处于从「预测下一个词」向「预测世界状态」的关键转型期，大模型能力边界持续扩展，Agent智能体成为新发展方向。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技术演进路径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关键概念解析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大模型(Large Model)：参数规模达百亿至万亿级的深度学习模型，具备涌现能力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Agent智能体：具备自主规划、工具使用、多步推理的AI系统，可完成复杂任务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多模态融合：整合文本、图像、音频、视频等多种数据类型的处理能力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市场规模与增长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技术成熟度曲线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全球区域分布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2024-2025关键趋势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2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Agent智能体爆发：从单轮对话向多步任务执行转变，自主完成复杂工作流程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6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长上下文成为标配：100K-200K token上下文窗口支持整本书籍处理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0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多模态深度融合：文本、图像、视频、音频统一表征的原生多模态模型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4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推理能力显著提升：Chain-of-Thought、ReAct等推理框架成熟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8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行业垂直深耕：医疗、法律、金融等领域出现专业化模型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9257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AI系统技术栈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829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主要竞争者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长上下文与多模态融合重塑大模型竞争格局，Agent智能体成新一代AI核心赛道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深入分析2024-2025年大模型技术演进方向与全球竞争态势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上下文窗口突破100K-200K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文本/图像/音频/视频多模态统一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Agent智能体具备规划·工具·记忆·协作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长上下文技术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支持100K-200K token超长上下文窗口，可一次性处理整本书籍、代码库或长时对话，显著提升复杂任务理解能力。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多模态融合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统一处理文本、图像、音频、视频等多模态信息，实现跨模态理解与生成，支撑端到端多任务处理能力。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Agent智能体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具备自主规划、工具调用、长期记忆、多Agent协作的新一代AI系统，可自主完成复杂多步骤任务。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主流大模型技术路线对比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竞争格局洞察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9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技术演进路线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LLM突破，ChatGPT引爆市场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多模态融合，GPT-4V发布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2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长上下文标配，Claude 3.5/Gemini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6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Agent爆发，o1/GPT-o1/RPA集成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90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自主Agent主导，AGI探索加速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2024-2025年AI在推理、多模态、长上下文与Agent规划四大维度实现突破性进展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2024Q1-2025Q2 技术演进综合分析 · 对话分析来源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推理能力突破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从"预测下一个词"进化到"预测世界状态"，Chain-of-Thought推理链与强化学习融合，逻辑推导能力接近人类专家水平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多模态理解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文本、图像、视频、音频统一表示学习，跨模态理解与生成能力显著提升，实现"看图说话"到"图文创作"的跨越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长上下文处理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上下文窗口从8K扩展至200K+token，稀疏注意力机制与高效位置编码使长文档理解与多轮对话成为标配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Agent规划能力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具备任务分解、工具调用、自我反思能力，可自主规划执行复杂多步骤任务，从"被动回答"进化到"主动执行"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AI技术演进路径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LLM基础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推理增强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3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CoT+RLAIF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多模态融合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CLIP/ImageBind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Agent智能体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自主行动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3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核心技术原理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Chain-of-Thought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02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引导模型"分步思考"，像人类一样先分析问题再给出答案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6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稀疏注意力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10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只关注关键token而非全部内容，大幅降低长文本处理计算量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强化学习对齐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1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通过人类反馈信号优化模型输出，使AI更符合人类期望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22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技术突破影响评估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2857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性能提升指标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3429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关键洞察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0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范式转变：从单一语言模型向"模型+工具+环境"交互体系演进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4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能力融合：推理能力是多模态与Agent的基础，决定上层应用天花板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8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落地节奏：语言推理与多模态已成熟，Agent规划处于商业化早期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智能客服与代码开发成为AI落地最成熟领域，效率提升超40%，单次服务成本下降60%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基于行业调研与对话分析 · 数据截至 2024Q3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🏠 智能客服应用场景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电商平台：智能问答、订单查询、售后处理，覆盖80%+常见问题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金融机构：信用卡咨询、理财推荐、风险提示，合规性保障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电信运营商：套餐推荐、故障排查、费用解释，7×24小时服务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数据来源：行业调研 [待确认]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💻 代码开发应用场景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代码补全：GitHub Copilot、通义灵码，实时代码建议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代码审查：自动检测Bug、安全漏洞、代码异味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文档生成：API文档、注释自动生成、技术方案撰写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测试用例：单元测试、集成测试自动生成，覆盖率提升[Data: XX%]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基于技术成熟度与商业落地程度评估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趋势洞察：AI落地正从"单点应用"向"全流程赋能"演进，未来3年渗透率预计超70%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医疗健康与自动驾驶AI已进入规模化落地阶段，但监管审批与技术可靠性仍是商业化核心瓶颈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行业应用深度分析 · 数据截至 2024Q3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医疗健康AI应用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AI辅助诊断、影像识别、药物研发等领域加速渗透，显著提升诊疗效率与精准度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自动驾驶AI应用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L2-L4级自动驾驶逐步商业化，感知与决策算法持续迭代，但安全冗余与法规框架仍待完善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全球AI市场2028年将突破万亿美元，三极格局重塑投资赛道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全球AI市场投资趋势与竞争格局深度分析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AI技术广泛应用带来数据隐私、算法偏见、深度伪造与AGI安全等多维挑战，亟需建立系统性治理框架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覆盖技术风险、伦理困境与治理路径的综合分析 · 2024-2025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安全风险分类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数据隐私泄露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AI模型训练依赖海量数据，个人敏感信息、企业商业机密面临被提取和滥用的风险。隐私保护技术（联邦学习、差分隐私）成为关键防线。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算法偏见与歧视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训练数据中的历史偏见被模型学习并放大，导致招聘、信贷、司法等领域的系统性歧视。偏见检测与公平性约束技术仍在探索阶段。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深度伪造滥用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生成式AI可合成逼真图像、视频、音频，被用于虚假信息传播、诈骗、舆论操纵等。2024年深度伪造相关欺诈案件涉案金额超[Data: XX]亿美元。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AGI安全威胁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通用人工智能的潜在能力超越人类控制可能，引发目标对齐、价值对齐等根本性挑战。AI安全研究需在能力超越人类前取得突破性进展。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43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AI治理框架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143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行动建议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建立AI伦理审查委员会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3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实施数据分类分级管理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7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部署模型偏见检测工具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制定AI使用内部规范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95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定期开展安全评估审计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9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制定行业自律公约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03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建立跨企业信息共享机制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07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推动最佳实践标准制定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11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开展联合安全研究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15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建立行业黑名单制度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1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完善AI立法与监管框架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23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设立专项监管机构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27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推动国际治理合作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131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加大安全研究投入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35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建立AI安全应急响应体系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未来三年AI将从"预测下一个词"转向"预测世界状态"，投资应聚焦Agent智能体与世界模型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技术范式迁移正在重塑AI产业格局：生成式AI的"词预测"模式将逐步让位于"世界模型"的状态预测，这一转变将催生Agent智能体、具身智能等新范式，重新定义人机协作边界。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技术范式演进趋势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当前主流的"下一个词预测"范式正面临向"世界模型预测"的范式转移。世界模型通过构建环境内部表征，实现对未来状态的主动预测与推理。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2025-2027 技术演进时间轴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2027年前，端到端Agent将成为企业AI部署主流形态，具备自主规划、工具调用、多步骤推理能力的智能体将替代传统API调用模式。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Agent智能体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具备自主规划、工具使用、多智能体协作能力。预计2025年企业渗透率达[Data: XX%]。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世界模型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构建环境内部表征，实现对未来状态的主动预测与推理，超越"词预测"范式。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具身智能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AI与物理世界交互，包括人形机器人、自动驾驶。预计2026年商业化拐点。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0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AGI演进路径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6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从窄域专用到多域泛化，需突破常识推理、因果学习等核心技术瓶颈。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0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数据来源: 对话分析 | research-2 | research-3 | [Data: XX%] 为待验证数据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本演示文稿数据来源于权威行业报告与公开研究，术语定义遵循国际通行标准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数据截至 2024-2025年 · 来源标注见附录各区块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核心文献来源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McKinsey Global Institute · AI应用与商业价值报告 [Data: 2024]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Gartner · 人工智能技术成熟度曲线 [Data: 2024Q3]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Stanford HAI · AI指数年度报告 [Data: 2024]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IDC · 全球AI支出指南 [Data: 2024]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中国信通院 · 人工智能产业发展白皮书 [Data: 2024]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DeepMind / OpenAI · 技术论文与博客 [Data: 2024]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对话分析来源标注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基于多轮用户需求沟通提炼的关键洞察，数据来源标注为「对话分析」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核心术语表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联系方式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项目负责人演示文稿生成系统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商务咨询ai-research@[domain].com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技术支持tech-support@[domain].com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版本信息Web Deck v2.0 · 2024-2025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本演示文稿内容仅供研究参考，数据来源已尽可能标注。文中预测性陈述反映研究机构观点，实际结果可能存在差异。未经授权禁止转载。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📚 延伸阅读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《人工智能：一种现代方法》</a:t>
            </a:r>
            <a:br/>
            <a:r>
              <a:t>          《深度学习》Ian Goodfellow</a:t>
            </a:r>
            <a:br/>
            <a:r>
              <a:t>          MIT Technology Review</a:t>
            </a:r>
            <a:br/>
            <a:r>
              <a:t>          Wired AI 专题报道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