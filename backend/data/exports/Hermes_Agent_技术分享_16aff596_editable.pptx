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Nous Research</a:t>
            </a:r>
            <a:br/>
            <a:r>
              <a:t>      </a:t>
            </a:r>
            <a:br/>
            <a:r>
              <a:t>      </a:t>
            </a:r>
            <a:br/>
            <a:r>
              <a:t>        开源项目</a:t>
            </a:r>
            <a:br/>
            <a:r>
              <a:t>        v1.0+</a:t>
            </a:r>
            <a:br/>
            <a:r>
              <a:t>      </a:t>
            </a:r>
            <a:br/>
            <a:r>
              <a:t>    </a:t>
            </a:r>
            <a:br/>
            <a:br/>
            <a:r>
              <a:t>    </a:t>
            </a:r>
            <a:br/>
            <a:r>
              <a:t>    </a:t>
            </a:r>
            <a:br/>
            <a:br/>
            <a:r>
              <a:t>      </a:t>
            </a:r>
            <a:br/>
            <a:r>
              <a:t>      </a:t>
            </a:r>
            <a:br/>
            <a:r>
              <a:t>        </a:t>
            </a:r>
            <a:br/>
            <a:r>
              <a:t>          Hermes Agent</a:t>
            </a:r>
            <a:br/>
            <a:r>
              <a:t>        </a:t>
            </a:r>
            <a:br/>
            <a:r>
              <a:t>        </a:t>
            </a:r>
            <a:br/>
            <a:r>
              <a:t>          </a:t>
            </a:r>
            <a:br/>
            <a:r>
              <a:t>          自我进化的 AI Agent 新范式</a:t>
            </a:r>
            <a:br/>
            <a:r>
              <a:t>        </a:t>
            </a:r>
            <a:br/>
            <a:r>
              <a:t>      </a:t>
            </a:r>
            <a:br/>
            <a:br/>
            <a:r>
              <a:t>      </a:t>
            </a:r>
            <a:br/>
            <a:r>
              <a:t>      </a:t>
            </a:r>
            <a:br/>
            <a:r>
              <a:t>        </a:t>
            </a:r>
            <a:br/>
            <a:r>
              <a:t>          "An Agent That Grows With You"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Hermes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内容导览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项目背景与痛点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现有 AI Agent 的核心局限性分析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当前 AI Agent 面临「健忘症」与「孤立感」双重困境，严重制约了其实际应用价值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困境一：健忘症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Memory Amnesia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每次对话都是从零开始，AI 无法保留历史交互记忆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用户习惯、偏好、上下文需要反复提醒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复杂任务无法跨会话连续执行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长期项目缺乏持续学习能力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6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困境二：孤立感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Platform 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00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单一平台使用，无法跨应用协同工作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00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各工具、API 之间数据孤岛无法打通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400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企业场景下难以规模化部署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800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用户需主动适应 AI 而非 AI 适应用户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7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Hermes Agent 应运而生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76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专为解决记忆持久化与跨平台协同而设计的自我进化 AI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从被动工具到主动成长伙伴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持久化记忆系统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跨会话累积用户偏好、对话上下文与知识图谱，每次交互都是学习的契机。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主动学习机制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自动识别知识盲区，主动查询最新信息，无需用户反复纠正同一问题。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工具生态集成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Web搜索、浏览器自动化、视觉理解、代码执行等30+工具无缝调用。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自我反思优化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执行后自动评估效果，识别错误模式并调整策略，持续提升响应质量。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文件驱动的双层记忆架构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Hermes Agent 以 Markdown 文件为持久化载体，通过 MEMORY.md 与 USER.md 的关注点分离，实现跨会话的知识沉淀与用户理解。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架构概览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记忆层详解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记录 Agent 在当前会话中积累的事实知识、决策过程与任务进展。仅在会话终止或关键节点触发写入，减少 I/O 开销。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刻画用户身份、偏好设置、交流风格与长期关系。每次交互后即时写入，确保 Agent 始终掌握最新用户动态。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跨平台共享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6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同一份记忆文件可在 Telegram、Discord、CLI 等终端间共享，实现"一处学习，处处生效"。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工程优势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6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规避数据库依赖，版本控制友好，天然支持云存储同步，突破单点限制。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记忆系统工作流程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记忆生命周期四阶段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对话内容提取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实体关系识别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重要性评分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向量编码存储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语义相似度计算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上下文相关性过滤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时间衰减权重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Top-K 候选筛选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记忆上下文注入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用户偏好匹配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历史案例参考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2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个性化响应生成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6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记忆强度调整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70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过时信息淘汰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74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知识体系重构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78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权重动态优化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多平台集成能力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一处配置，全平台通用的无缝体验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统一接入层 · 单配置文件管理所有平台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MEMORY.md + USER.md 双层记忆架构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用户偏好跨平台传递与上下文保持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会话历史自动聚合与检索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功能兼容性矩阵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config.yaml 一处定义所有平台凭证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环境变量隔离敏感信息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运行时热加载无需重启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端到端加密通信 (TLS 1.3)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平台 API 密钥加密存储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细粒度权限控制与审计日志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@import url('https://fonts.googleapis.com/css2?family=Inter:wght@400;500;600;700;800&amp;display=swap');</a:t>
            </a:r>
            <a:br/>
            <a:r>
              <a:t>    .p08-grid{display:grid;grid-template-columns:1fr 1fr;gap:20px;height:100%;padding:32px 40px;box-sizing:border-box;}</a:t>
            </a:r>
            <a:br/>
            <a:r>
              <a:t>    .p08-left{display:flex;flex-direction:column;gap:16px;}</a:t>
            </a:r>
            <a:br/>
            <a:r>
              <a:t>    .p08-header{display:flex;align-items:center;gap:12px;margin-bottom:8px;}</a:t>
            </a:r>
            <a:br/>
            <a:r>
              <a:t>    .p08-title{font-size:32px;font-weight:800;letter-spacing:-0.5px;}</a:t>
            </a:r>
            <a:br/>
            <a:r>
              <a:t>    .p08-subtitle{font-size:14px;color:#94a3b8;margin-top:4px;}</a:t>
            </a:r>
            <a:br/>
            <a:r>
              <a:t>    .p08-models-grid{display:grid;grid-template-columns:repeat(3,1fr);gap:12px;flex:1;}</a:t>
            </a:r>
            <a:br/>
            <a:r>
              <a:t>    .p08-model-card{background:rgba(59,130,246,0.08);border:1px solid rgba(59,130,246,0.2);border-radius:12px;padding:16px;display:flex;flex-direction:column;gap:8px;transition:all 0.3s;}</a:t>
            </a:r>
            <a:br/>
            <a:r>
              <a:t>    .p08-model-card:hover{background:rgba(59,130,246,0.15);border-color:rgba(59,130,246,0.4);transform:translateY(-2px);}</a:t>
            </a:r>
            <a:br/>
            <a:r>
              <a:t>    .p08-model-icon{width:40px;height:40px;background:rgba(59,130,246,0.2);border-radius:10px;display:flex;align-items:center;justify-content:center;font-size:20px;}</a:t>
            </a:r>
            <a:br/>
            <a:r>
              <a:t>    .p08-model-name{font-size:14px;font-weight:700;color:#fff;}</a:t>
            </a:r>
            <a:br/>
            <a:r>
              <a:t>    .p08-model-count{font-size:11px;color:#3b82f6;font-weight:600;}</a:t>
            </a:r>
            <a:br/>
            <a:r>
              <a:t>    .p08-model-tags{display:flex;flex-wrap:wrap;gap:4px;margin-top:4px;}</a:t>
            </a:r>
            <a:br/>
            <a:r>
              <a:t>    .p08-tag{font-size:9px;padding:2px 6px;background:rgba(148,163,184,0.15);border-radius:4px;color:#94a3b8;}</a:t>
            </a:r>
            <a:br/>
            <a:r>
              <a:t>    .p08-right{display:flex;flex-direction:column;gap:16px;}</a:t>
            </a:r>
            <a:br/>
            <a:r>
              <a:t>    .p08-stat-row{display:flex;gap:16px;margin-bottom:8px;}</a:t>
            </a:r>
            <a:br/>
            <a:r>
              <a:t>    .p08-stat{background:linear-gradient(135deg,rgba(59,130,246,0.15),rgba(59,130,246,0.05));border:1px solid rgba(59,130,246,0.3);border-radius:12px;padding:20px;flex:1;text-align:center;}</a:t>
            </a:r>
            <a:br/>
            <a:r>
              <a:t>    .p08-stat-value{font-size:42px;font-weight:800;color:#3b82f6;line-height:1;}</a:t>
            </a:r>
            <a:br/>
            <a:r>
              <a:t>    .p08-stat-label{font-size:12px;color:#94a3b8;margin-top:6px;}</a:t>
            </a:r>
            <a:br/>
            <a:r>
              <a:t>    .p08-capabilities{display:flex;flex-direction:column;gap:10px;flex:1;}</a:t>
            </a:r>
            <a:br/>
            <a:r>
              <a:t>    .p08-cap{background:rgba(30,41,59,0.8);border:1px solid rgba(71,85,105,0.4);border-radius:10px;padding:14px 16px;display:flex;align-items:center;gap:14px;}</a:t>
            </a:r>
            <a:br/>
            <a:r>
              <a:t>    .p08-cap-icon{width:36px;height:36px;background:rgba(59,130,246,0.15);border-radius:8px;display:flex;align-items:center;justify-content:center;flex-shrink:0;}</a:t>
            </a:r>
            <a:br/>
            <a:r>
              <a:t>    .p08-cap-content{flex:1;}</a:t>
            </a:r>
            <a:br/>
            <a:r>
              <a:t>    .p08-cap-title{font-size:14px;font-weight:700;margin-bottom:2px;}</a:t>
            </a:r>
            <a:br/>
            <a:r>
              <a:t>    .p08-cap-desc{font-size:11px;color:#64748b;line-height:1.4;}</a:t>
            </a:r>
            <a:br/>
            <a:r>
              <a:t>    .p08-footer{display:flex;gap:20px;margin-top:auto;padding-top:12px;}</a:t>
            </a:r>
            <a:br/>
            <a:r>
              <a:t>    .p08-footer-item{display:flex;align-items:center;gap:8px;font-size:11px;color:#64748b;}</a:t>
            </a:r>
            <a:br/>
            <a:r>
              <a:t>    .p08-footer-item iconify-icon{color:#3b82f6;}</a:t>
            </a:r>
            <a:br/>
            <a:r>
              <a:t>    .p08-badge{position:absolute;top:16px;right:16px;background:rgba(59,130,246,0.2);border:1px solid rgba(59,130,246,0.4);border-radius:20px;padding:4px 12px;font-size:10px;font-weight:600;color:#3b82f6;}</a:t>
            </a:r>
            <a:br/>
            <a:r>
              <a:t>    .p08-visual{position:relative;background:linear-gradient(145deg,rgba(59,130,246,0.1) 0%,rgba(139,92,246,0.1) 100%);border:1px solid rgba(59,130,246,0.2);border-radius:12px;padding:20px;display:flex;flex-direction:column;gap:10px;}</a:t>
            </a:r>
            <a:br/>
            <a:r>
              <a:t>    .p08-visual-title{font-size:13px;font-weight:700;color:#e2e8f0;}</a:t>
            </a:r>
            <a:br/>
            <a:r>
              <a:t>    .p08-providers{display:flex;flex-wrap:wrap;gap:8px;}</a:t>
            </a:r>
            <a:br/>
            <a:r>
              <a:t>    .p08-provider{background:rgba(15,23,42,0.6);border:1px solid rgba(71,85,105,0.5);border-radius:8px;padding:8px 12px;font-size:11px;display:flex;align-items:center;gap:6px;}</a:t>
            </a:r>
            <a:br/>
            <a:r>
              <a:t>    .p08-provider-dot{width:6px;height:6px;border-radius:50%;}</a:t>
            </a:r>
            <a:br/>
            <a:r>
              <a:t>  </a:t>
            </a:r>
            <a:br/>
            <a:br/>
            <a:r>
              <a:t>  </a:t>
            </a:r>
            <a:br/>
            <a:r>
              <a:t>    </a:t>
            </a:r>
            <a:br/>
            <a:r>
              <a:t>      </a:t>
            </a:r>
            <a:br/>
            <a:r>
              <a:t>        </a:t>
            </a:r>
            <a:br/>
            <a:r>
              <a:t>        </a:t>
            </a:r>
            <a:br/>
            <a:r>
              <a:t>          多后端 LLM 支持</a:t>
            </a:r>
            <a:br/>
            <a:r>
              <a:t>          一次接入，200+ 模型任选</a:t>
            </a:r>
            <a:br/>
            <a:r>
              <a:t>        </a:t>
            </a:r>
            <a:br/>
            <a:r>
              <a:t>      </a:t>
            </a:r>
            <a:br/>
            <a:r>
              <a:t>      </a:t>
            </a:r>
            <a:br/>
            <a:r>
              <a:t>      </a:t>
            </a:r>
            <a:br/>
            <a:r>
              <a:t>        </a:t>
            </a:r>
            <a:br/>
            <a:r>
              <a:t>          🔗</a:t>
            </a:r>
            <a:br/>
            <a:r>
              <a:t>          OpenRouter</a:t>
            </a:r>
            <a:br/>
            <a:r>
              <a:t>          80+ 模型</a:t>
            </a:r>
            <a:br/>
            <a:r>
              <a:t>          </a:t>
            </a:r>
            <a:br/>
            <a:r>
              <a:t>            聚合网关</a:t>
            </a:r>
            <a:br/>
            <a:r>
              <a:t>            统一计费</a:t>
            </a:r>
            <a:br/>
            <a:r>
              <a:t>          </a:t>
            </a:r>
            <a:br/>
            <a:r>
              <a:t>        </a:t>
            </a:r>
            <a:br/>
            <a:r>
              <a:t>        </a:t>
            </a:r>
            <a:br/>
            <a:r>
              <a:t>          🖥️</a:t>
            </a:r>
            <a:br/>
            <a:r>
              <a:t>          Ollama</a:t>
            </a:r>
            <a:br/>
            <a:r>
              <a:t>          本地部署</a:t>
            </a:r>
            <a:br/>
            <a:r>
              <a:t>          </a:t>
            </a:r>
            <a:br/>
            <a:r>
              <a:t>            隐私优先</a:t>
            </a:r>
            <a:br/>
            <a:r>
              <a:t>            离线可用</a:t>
            </a:r>
            <a:br/>
            <a:r>
              <a:t>          </a:t>
            </a:r>
            <a:br/>
            <a:r>
              <a:t>        </a:t>
            </a:r>
            <a:br/>
            <a:r>
              <a:t>        </a:t>
            </a:r>
            <a:br/>
            <a:r>
              <a:t>          🟢</a:t>
            </a:r>
            <a:br/>
            <a:r>
              <a:t>          OpenAI</a:t>
            </a:r>
            <a:br/>
            <a:r>
              <a:t>          GPT-4o/GPT-4</a:t>
            </a:r>
            <a:br/>
            <a:r>
              <a:t>          </a:t>
            </a:r>
            <a:br/>
            <a:r>
              <a:t>            API 兼容</a:t>
            </a:r>
            <a:br/>
            <a:r>
              <a:t>            即插即用</a:t>
            </a:r>
            <a:br/>
            <a:r>
              <a:t>          </a:t>
            </a:r>
            <a:br/>
            <a:r>
              <a:t>        </a:t>
            </a:r>
            <a:br/>
            <a:r>
              <a:t>        </a:t>
            </a:r>
            <a:br/>
            <a:r>
              <a:t>          ☁️</a:t>
            </a:r>
            <a:br/>
            <a:r>
              <a:t>          Azure OpenAI</a:t>
            </a:r>
            <a:br/>
            <a:r>
              <a:t>          企业级</a:t>
            </a:r>
            <a:br/>
            <a:r>
              <a:t>          </a:t>
            </a:r>
            <a:br/>
            <a:r>
              <a:t>            SLA 保障</a:t>
            </a:r>
            <a:br/>
            <a:r>
              <a:t>            数据合规</a:t>
            </a:r>
            <a:br/>
            <a:r>
              <a:t>          </a:t>
            </a:r>
            <a:br/>
            <a:r>
              <a:t>        </a:t>
            </a:r>
            <a:br/>
            <a:r>
              <a:t>        </a:t>
            </a:r>
            <a:br/>
            <a:r>
              <a:t>          💎</a:t>
            </a:r>
            <a:br/>
            <a:r>
              <a:t>          Google Gemini</a:t>
            </a:r>
            <a:br/>
            <a:r>
              <a:t>          Gemini 2.0</a:t>
            </a:r>
            <a:br/>
            <a:r>
              <a:t>          </a:t>
            </a:r>
            <a:br/>
            <a:r>
              <a:t>            多模态</a:t>
            </a:r>
            <a:br/>
            <a:r>
              <a:t>            长上下文</a:t>
            </a:r>
            <a:br/>
            <a:r>
              <a:t>          </a:t>
            </a:r>
            <a:br/>
            <a:r>
              <a:t>        </a:t>
            </a:r>
            <a:br/>
            <a:r>
              <a:t>        </a:t>
            </a:r>
            <a:br/>
            <a:r>
              <a:t>          🧠</a:t>
            </a:r>
            <a:br/>
            <a:r>
              <a:t>          Anthropic</a:t>
            </a:r>
            <a:br/>
            <a:r>
              <a:t>          Claude 3.5</a:t>
            </a:r>
            <a:br/>
            <a:r>
              <a:t>          </a:t>
            </a:r>
            <a:br/>
            <a:r>
              <a:t>            长思考</a:t>
            </a:r>
            <a:br/>
            <a:r>
              <a:t>            安全对齐</a:t>
            </a:r>
            <a:br/>
            <a:r>
              <a:t>          </a:t>
            </a:r>
            <a:br/>
            <a:r>
              <a:t>        </a:t>
            </a:r>
            <a:br/>
            <a:r>
              <a:t>      </a:t>
            </a:r>
            <a:br/>
            <a:r>
              <a:t>    </a:t>
            </a:r>
            <a:br/>
            <a:br/>
            <a:r>
              <a:t>    </a:t>
            </a:r>
            <a:br/>
            <a:r>
              <a:t>      </a:t>
            </a:r>
            <a:br/>
            <a:r>
              <a:t>        </a:t>
            </a:r>
            <a:br/>
            <a:r>
              <a:t>          200+</a:t>
            </a:r>
            <a:br/>
            <a:r>
              <a:t>          支持模型数量</a:t>
            </a:r>
            <a:br/>
            <a:r>
              <a:t>        </a:t>
            </a:r>
            <a:br/>
            <a:r>
              <a:t>        </a:t>
            </a:r>
            <a:br/>
            <a:r>
              <a:t>          6+</a:t>
            </a:r>
            <a:br/>
            <a:r>
              <a:t>          主流后端服务</a:t>
            </a:r>
            <a:br/>
            <a:r>
              <a:t>        </a:t>
            </a:r>
            <a:br/>
            <a:r>
              <a:t>        </a:t>
            </a:r>
            <a:br/>
            <a:r>
              <a:t>          1行</a:t>
            </a:r>
            <a:br/>
            <a:r>
              <a:t>          配置切换</a:t>
            </a:r>
            <a:br/>
            <a:r>
              <a:t>        </a:t>
            </a:r>
            <a:br/>
            <a:r>
              <a:t>      </a:t>
            </a:r>
            <a:br/>
            <a:br/>
            <a:r>
              <a:t>      </a:t>
            </a:r>
            <a:br/>
            <a:r>
              <a:t>        兼容模型类别</a:t>
            </a:r>
            <a:br/>
            <a:r>
              <a:t>        </a:t>
            </a:r>
            <a:br/>
            <a:r>
              <a:t>           Llama 3.3</a:t>
            </a:r>
            <a:br/>
            <a:r>
              <a:t>           QwQ 32B</a:t>
            </a:r>
            <a:br/>
            <a:r>
              <a:t>           DeepSeek V3</a:t>
            </a:r>
            <a:br/>
            <a:r>
              <a:t>           Mistral</a:t>
            </a:r>
            <a:br/>
            <a:r>
              <a:t>           Command R+</a:t>
            </a:r>
            <a:br/>
            <a:r>
              <a:t>           Yi Lightning</a:t>
            </a:r>
            <a:br/>
            <a:r>
              <a:t>           Mixtral 8x22B</a:t>
            </a:r>
            <a:br/>
            <a:r>
              <a:t>           Gemma 2</a:t>
            </a:r>
            <a:br/>
            <a:r>
              <a:t>        </a:t>
            </a:r>
            <a:br/>
            <a:r>
              <a:t>      </a:t>
            </a:r>
            <a:br/>
            <a:br/>
            <a:r>
              <a:t>      </a:t>
            </a:r>
            <a:br/>
            <a:r>
              <a:t>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  模型热切换</a:t>
            </a:r>
            <a:br/>
            <a:r>
              <a:t>            运行时无缝切换模型，无需重启服务，支持动态负载均衡</a:t>
            </a:r>
            <a:br/>
            <a:r>
              <a:t>          </a:t>
            </a:r>
            <a:br/>
            <a:r>
              <a:t>        </a:t>
            </a:r>
            <a:br/>
            <a:r>
              <a:t>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  统一 API 接口</a:t>
            </a:r>
            <a:br/>
            <a:r>
              <a:t>            兼容 OpenAI 格式，一次接入即可调用所有后端，降低迁移成本</a:t>
            </a:r>
            <a:br/>
            <a:r>
              <a:t>          </a:t>
            </a:r>
            <a:br/>
            <a:r>
              <a:t>        </a:t>
            </a:r>
            <a:br/>
            <a:r>
              <a:t>        </a:t>
            </a:r>
            <a:br/>
            <a:r>
              <a:t>          </a:t>
            </a:r>
            <a:br/>
            <a:r>
              <a:t>          </a:t>
            </a:r>
            <a:br/>
            <a:r>
              <a:t>            灵活计费</a:t>
            </a:r>
            <a:br/>
            <a:r>
              <a:t>            本地模型零成本，云端按量付费，支持成本监控与预算告警</a:t>
            </a:r>
            <a:br/>
            <a:r>
              <a:t>          </a:t>
            </a:r>
            <a:br/>
            <a:r>
              <a:t>        </a:t>
            </a:r>
            <a:br/>
            <a:r>
              <a:t>      </a:t>
            </a:r>
            <a:br/>
            <a:br/>
            <a:r>
              <a:t>      </a:t>
            </a:r>
            <a:br/>
            <a:r>
              <a:t>        </a:t>
            </a:r>
            <a:br/>
            <a:r>
              <a:t>          </a:t>
            </a:r>
            <a:br/>
            <a:r>
              <a:t>          配置复杂度：低（环境变量）</a:t>
            </a:r>
            <a:br/>
            <a:r>
              <a:t>        </a:t>
            </a:r>
            <a:br/>
            <a:r>
              <a:t>        </a:t>
            </a:r>
            <a:br/>
            <a:r>
              <a:t>          </a:t>
            </a:r>
            <a:br/>
            <a:r>
              <a:t>          兼容性：OpenAI SDK 全兼容</a:t>
            </a:r>
            <a:br/>
            <a:r>
              <a:t>        </a:t>
            </a:r>
            <a:br/>
            <a:r>
              <a:t>        </a:t>
            </a:r>
            <a:br/>
            <a:r>
              <a:t>          </a:t>
            </a:r>
            <a:br/>
            <a:r>
              <a:t>          本地/云端自由切换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技能自动生成系统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从「授人以鱼」到「授人以渔」— Agent 学会自我扩展能力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渐进式技能生成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agentskills.io 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生成质量保障机制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技能可复用性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工具生态系统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开箱即用的完整工具链 · 协同赋能 Agent 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实时获取互联网信息，支持 Google、Bing、DuckDuckGo 等多引擎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Playwright 驱动，支持网页抓取、表单填写、动态内容交互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图像/视频分析，截图理解，视觉内容问答，文档 OCR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DALL-E、Stable Diffusion、Firefly 等主流绘图模型集成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ElevenLabs、Azure TTS、OpenAI TTS，多语言多音色支持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技术架构深度解析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Hermes Agent 基于 Agent Loops 编排模式，构建感知→推理→执行→学习的闭环架构，实现 AI Agent 的自我进化与持续优化能力。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01</a:t>
            </a:r>
            <a:br/>
            <a:r>
              <a:t>        分层架构设计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各层职责边界清晰，通过标准化接口通信，支持独立演进与灵活替换。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02</a:t>
            </a:r>
            <a:br/>
            <a:r>
              <a:t>        Agent Loops 四阶段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闭环反馈：Act结果回流至Observe，形成持续学习飞轮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03</a:t>
            </a:r>
            <a:br/>
            <a:r>
              <a:t>        数据流与状态机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🔧 Context Window 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动态上下文压缩，保持关键信息完整性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04</a:t>
            </a:r>
            <a:br/>
            <a:r>
              <a:t>        持久化记忆系统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跨会话记忆：Agent具备"真正记忆"，非简单KV存储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43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05</a:t>
            </a:r>
            <a:br/>
            <a:r>
              <a:t>        异常处理与容错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5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🛡️ 可靠性设计：生产级稳定性保障，支持 7×24 运行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914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06</a:t>
            </a:r>
            <a:br/>
            <a:r>
              <a:t>        工具生态接口规范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74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🚀 扩展能力：开发者可自建MCP Server，无缝集成私有工具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框架对比分析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与主流 Agent 框架横向对比 · 客观评估差异化价值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功能维度对比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Hermes Agent 核心优势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实战应用场景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快速上手指南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从 pip install 到运行只需三个步骤，支持 200+ LLM 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安装步骤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安装 Hermes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pip install hermes-agent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配置 API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设置 OPENAI_API_KEY 或 OpenRouter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启动运行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选择平台模式一键启动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6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配置文件示例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# config.yaml</a:t>
            </a:r>
            <a:br/>
            <a:r>
              <a:t>llm: openai</a:t>
            </a:r>
            <a:br/>
            <a:r>
              <a:t>api_key: your-key-here</a:t>
            </a:r>
            <a:br/>
            <a:r>
              <a:t># Docker 挂载配置</a:t>
            </a:r>
            <a:br/>
            <a:r>
              <a:t>./config:/app/config</a:t>
            </a:r>
            <a:br/>
            <a:br/>
            <a:r>
              <a:t>快速启动命令</a:t>
            </a:r>
            <a:br/>
            <a:br/>
            <a:br/>
            <a:r>
              <a:t># 安装</a:t>
            </a:r>
            <a:br/>
            <a:r>
              <a:t>pip install hermes-agent</a:t>
            </a:r>
            <a:br/>
            <a:r>
              <a:t># 配置环境变量</a:t>
            </a:r>
            <a:br/>
            <a:r>
              <a:t>export OPENAI_API_KEY=sk-xxx</a:t>
            </a:r>
            <a:br/>
            <a:r>
              <a:t># 启动 CLI 模式</a:t>
            </a:r>
            <a:br/>
            <a:r>
              <a:t>hermes run --mode cli</a:t>
            </a:r>
            <a:br/>
            <a:r>
              <a:t># 或启动 Telegram Bot</a:t>
            </a:r>
            <a:br/>
            <a:r>
              <a:t>hermes run --mode telegram</a:t>
            </a:r>
            <a:br/>
            <a:br/>
            <a:br/>
            <a:br/>
            <a:br/>
            <a:br/>
            <a:br/>
            <a:br/>
            <a:r>
              <a:t>🟢 Python ≥ 3.10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6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快速启动命令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1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环境要求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5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⚡ 200+ 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9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多后端支持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73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👥 多平台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77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Telegram/Discord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81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🧠 持久记忆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5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跨会话学习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89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API Key 无效：检查 key 格式和额度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93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连接超时：网络代理或防火墙问题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97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模型不支持：确认后端配置正确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01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下一步：探索高级功能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05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配置持久记忆 → 集成自定义工具 → 构建专属 Agent 工作流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总结与未来展望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Hermes Agent · 开启自我进化的 AI Agent 新范式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持久化记忆系统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跨会话学习用户偏好，自动积累知识图谱，实现真正的个性化 AI 伙伴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多平台无缝集成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覆盖 Telegram/Discord/Slack/WhatsApp/CLI 等主流平台，随时随地调用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200+ 模型生态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兼容 OpenRouter/Ollama/OpenAI 等多后端，灵活切换、成本可控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快速访问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717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加入我们，共建自我进化的 AI Agent 生态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7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Star 项目 · 提交 PR · 参与讨论 · 分享你的 Agent 应用案例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