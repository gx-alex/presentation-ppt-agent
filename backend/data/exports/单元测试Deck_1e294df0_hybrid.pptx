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1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2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Page 3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381000"/>
            <a:ext cx="11430000" cy="638175"/>
          </a:xfrm>
          <a:prstGeom prst="rect">
            <a:avLst/>
          </a:prstGeom>
          <a:noFill/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第 1 页标题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400175"/>
            <a:ext cx="11430000" cy="314325"/>
          </a:xfrm>
          <a:prstGeom prst="rect">
            <a:avLst/>
          </a:prstGeom>
          <a:noFill/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内容说明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47900"/>
            <a:ext cx="11049000" cy="238125"/>
          </a:xfrm>
          <a:prstGeom prst="rect">
            <a:avLst/>
          </a:prstGeom>
          <a:noFill/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t>要点A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486025"/>
            <a:ext cx="11049000" cy="238125"/>
          </a:xfrm>
          <a:prstGeom prst="rect">
            <a:avLst/>
          </a:prstGeom>
          <a:noFill/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t>要点B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381000"/>
            <a:ext cx="11430000" cy="638175"/>
          </a:xfrm>
          <a:prstGeom prst="rect">
            <a:avLst/>
          </a:prstGeom>
          <a:noFill/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第 2 页标题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400175"/>
            <a:ext cx="11430000" cy="314325"/>
          </a:xfrm>
          <a:prstGeom prst="rect">
            <a:avLst/>
          </a:prstGeom>
          <a:noFill/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内容说明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47900"/>
            <a:ext cx="11049000" cy="238125"/>
          </a:xfrm>
          <a:prstGeom prst="rect">
            <a:avLst/>
          </a:prstGeom>
          <a:noFill/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t>要点A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486025"/>
            <a:ext cx="11049000" cy="238125"/>
          </a:xfrm>
          <a:prstGeom prst="rect">
            <a:avLst/>
          </a:prstGeom>
          <a:noFill/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t>要点B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381000"/>
            <a:ext cx="11430000" cy="638175"/>
          </a:xfrm>
          <a:prstGeom prst="rect">
            <a:avLst/>
          </a:prstGeom>
          <a:noFill/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第 3 页标题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000" y="1400175"/>
            <a:ext cx="11430000" cy="314325"/>
          </a:xfrm>
          <a:prstGeom prst="rect">
            <a:avLst/>
          </a:prstGeom>
          <a:noFill/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内容说明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247900"/>
            <a:ext cx="11049000" cy="238125"/>
          </a:xfrm>
          <a:prstGeom prst="rect">
            <a:avLst/>
          </a:prstGeom>
          <a:noFill/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t>要点A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486025"/>
            <a:ext cx="11049000" cy="238125"/>
          </a:xfrm>
          <a:prstGeom prst="rect">
            <a:avLst/>
          </a:prstGeom>
          <a:noFill/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t>要点B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