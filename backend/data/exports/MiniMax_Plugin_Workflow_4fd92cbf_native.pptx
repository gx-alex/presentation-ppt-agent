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right_column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安装成功率 98% 导出成功率 99% 返工页数</c:v>
                  </c:pt>
                  <c:pt idx="1">
                    <c:v>安装成功率</c:v>
                  </c:pt>
                  <c:pt idx="2">
                    <c:v>导出成功率</c:v>
                  </c:pt>
                  <c:pt idx="3">
                    <c:v>返工页数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98</c:v>
                </c:pt>
                <c:pt idx="2">
                  <c:v>99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渲染成功率</c:v>
                  </c:pt>
                  <c:pt idx="1">
                    <c:v>平均导出时长</c:v>
                  </c:pt>
                  <c:pt idx="2">
                    <c:v>回滚成功率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12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plugin-two-column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plugin-chart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插件工作流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76300" y="1885950"/>
            <a:ext cx="5086350" cy="393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76300" y="2412683"/>
            <a:ext cx="5086350" cy="3690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叙事链路、页面 archetype、信息密度。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86475" y="1962150"/>
            <a:ext cx="19050" cy="417195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6229350" y="1885950"/>
          <a:ext cx="5086350" cy="43243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76300" y="609600"/>
            <a:ext cx="10439400" cy="6667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76300" y="1257300"/>
            <a:ext cx="104394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渲染成功率 99%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76300" y="1885950"/>
          <a:ext cx="67818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924800" y="1885950"/>
            <a:ext cx="3390900" cy="1143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115300" y="2057400"/>
            <a:ext cx="3009900" cy="3619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115300" y="2476500"/>
            <a:ext cx="3009900" cy="40005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回滚成功率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04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GeneralAgent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Plugin Workflow</dc:title>
  <dc:subject>MiniMax Plugin Workflow</dc:subject>
  <dc:creator>GeneralAgent Native Renderer</dc:creator>
  <cp:lastModifiedBy>GeneralAgent Native Renderer</cp:lastModifiedBy>
  <cp:revision>1</cp:revision>
  <dcterms:created xsi:type="dcterms:W3CDTF">2026-03-30T12:38:30Z</dcterms:created>
  <dcterms:modified xsi:type="dcterms:W3CDTF">2026-03-30T12:38:30Z</dcterms:modified>
  <dc:description>MiniMax Plugin Workflow</dc:description>
  <cp:keywords>generalagent, native-pptx, tech_dark, tech_dark, native-renderer, pptx, semantic-layout</cp:keywords>
</cp:coreProperties>
</file>