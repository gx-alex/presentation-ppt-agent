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Hermes Agent技术分享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自我进化的 AI Agent 新范式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探索新一代人工智能代理技术</a:t>
            </a:r>
            <a:br/>
            <a:r>
              <a:t>                理解持久记忆与自我进化的核心原理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技术分享 ·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 Agent 发展现状与行业痛点分析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02</a:t>
            </a:r>
            <a:br/>
            <a:r>
              <a:t>                </a:t>
            </a:r>
            <a:br/>
            <a:r>
              <a:t>                    核心概念</a:t>
            </a:r>
            <a:br/>
            <a:r>
              <a:t>                    自我进化的 AI Agent 新范式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核心概念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03</a:t>
            </a:r>
            <a:br/>
            <a:r>
              <a:t>                </a:t>
            </a:r>
            <a:br/>
            <a:r>
              <a:t>                    持久化记忆</a:t>
            </a:r>
            <a:br/>
            <a:r>
              <a:t>                    跨会话知识积累与个性化学习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持久化记忆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04</a:t>
            </a:r>
            <a:br/>
            <a:r>
              <a:t>                </a:t>
            </a:r>
            <a:br/>
            <a:r>
              <a:t>                    多平台支持</a:t>
            </a:r>
            <a:br/>
            <a:r>
              <a:t>                    跨端协同与无缝衔接体验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多平台支持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05</a:t>
            </a:r>
            <a:br/>
            <a:r>
              <a:t>                </a:t>
            </a:r>
            <a:br/>
            <a:r>
              <a:t>                    应用场景</a:t>
            </a:r>
            <a:br/>
            <a:r>
              <a:t>                    典型用例与最佳实践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应用场景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项目背景与痛点分析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记忆无法持久化</a:t>
            </a:r>
            <a:br/>
            <a:r>
              <a:t>      每次对话都是全新开始，Agent 无法记住用户偏好、历史交互和积累的经验，导致效率低下。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记忆无法持久化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跨平台体验割裂</a:t>
            </a:r>
            <a:br/>
            <a:r>
              <a:t>      用户在网页、桌面、移动端使用 Agent 时，数据不同步，体验不一致，缺乏统一的使用场景。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跨平台体验割裂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安全与隐私风险</a:t>
            </a:r>
            <a:br/>
            <a:r>
              <a:t>      第三方 Agent 可能存在数据泄露风险，API Key 暴露、对话记录存储在第三方服务器。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安全与隐私风险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定制化能力不足</a:t>
            </a:r>
            <a:br/>
            <a:r>
              <a:t>      现有 Agent 难以根据个人需求深度定制，工作流、提示词模板、工具调用方式受限。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定制化能力不足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📈 市场需求与趋势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 Agent 市场正经历爆发式增长，企业对能够「记住用户」「保护隐私」「跨平台协同」的智能 Agent 需求迫切，这正是 Hermes Agent 的核心价值主张。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Hermes Agent 正是为解决这些痛点而生——让 AI 真正成为你的智能伙伴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自我进化的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An Agent That Grows With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持久化记忆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跨越会话的长期记忆存储，每次交互都在累积经验，</a:t>
            </a:r>
            <a:br/>
            <a:r>
              <a:t>                        越用越懂你的需求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持续学习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基于用户反馈动态调整行为模式，</a:t>
            </a:r>
            <a:br/>
            <a:r>
              <a:t>                        自我优化的闭环学习机制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个性化适配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深度理解用户偏好与工作方式，</a:t>
            </a:r>
            <a:br/>
            <a:r>
              <a:t>                        专属定制的智能体验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持久化记忆机制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自我进化的核心：让AI Agent拥有"记忆"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记忆层级架构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工作记忆 (Working Memory)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情景记忆 (Episodic Memory)</a:t>
            </a:r>
            <a:br/>
            <a:r>
              <a:t>            对话历史 · 任务上下文 · 交互模式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语义记忆 (Semantic Memory)</a:t>
            </a:r>
            <a:br/>
            <a:r>
              <a:t>            用户偏好 · 专业知识 · 关键决策</a:t>
            </a:r>
            <a:br/>
            <a:r>
              <a:t>  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  </a:t>
            </a:r>
            <a:br/>
            <a:r>
              <a:t>            检索触发逻辑：基于语义相似度计算 + 时间衰减权重 + 任务相关性评分三重机制，自动匹配最相关的记忆片段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持久化数据类型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用户画像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偏好设置与习惯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对话历史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完整交互记录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任务上下文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进行中的项目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关键决策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重要选择记录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知识积累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8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学习成果存储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配置状态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76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系统参数保存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80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技术优势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5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状态无关性：服务重启不影响记忆完整性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89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隐私可控：记忆存储位置与策略可配置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93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可解释性：记忆召回路径透明可追溯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97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记忆生命周期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03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信息摄入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07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对话/任务/环境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11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语义编码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15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理解与结构化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19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持久存储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23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跨会话保留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27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智能召回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31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按需检索应用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35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核心能力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长期记忆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5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突破单次会话限制，用户偏好、对话历史、学习成果跨时间保留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9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上下文连续性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53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新对话自动关联历史信息，实现真正的连续交互体验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157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增量学习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161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持续吸收新知识，无需从头训练，能力随使用不断增强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165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通过持久化存储，Agent 能记住用户偏好、历史任务与关键决策，实现真正的连续性交互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多平台与多模型支持矩阵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Hermes Agent 支持主流操作系统与 AI 大模型的全方位集成，实现跨平台无缝协作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统一记忆同步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跨平台记忆实时同步，任一设备的学习成果即刻在其他平台生效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模型热切换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运行时无缝切换 AI 模型，无需重启应用即可体验不同模型能力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隐私优先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本地模型支持确保敏感数据不出设备，满足企业级安全要求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智能路由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根据任务类型自动选择最优模型，平衡效果与成本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工具生态与能力扩展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开放的插件系统，让 AI Agent 能力无限延伸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模块化架构</a:t>
            </a:r>
            <a:br/>
            <a:r>
              <a:t>                采用插件化设计，每个功能模块独立封装，支持热插拔和动态加载，按需启用功能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模块化架构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标准化接口</a:t>
            </a:r>
            <a:br/>
            <a:r>
              <a:t>                统一的插件开发规范和 API 接口，降低开发门槛，快速接入各类外部服务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标准化接口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安全沙箱</a:t>
            </a:r>
            <a:br/>
            <a:r>
              <a:t>                插件运行在隔离环境中，保障系统安全，支持权限控制和资源限制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安全沙箱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内置工具生态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第三方集成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RESTful API 标准化接口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3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支持 Webhook 事件订阅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OAuth 2.0 认证授权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1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JSON Schema 数据校验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75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自定义插件开发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81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Python/JavaScript SDK 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85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丰富的开发文档和示例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9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在线沙箱测试环境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93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插件市场一键发布分享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应用场景与最佳实践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Hermes Agent 在不同场景下的解决方案与实操建议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核心应用场景</a:t>
            </a:r>
            <a:br/>
            <a:r>
              <a:t>      </a:t>
            </a:r>
            <a:br/>
            <a:r>
              <a:t>      </a:t>
            </a:r>
            <a:br/>
            <a:r>
              <a:t>      </a:t>
            </a:r>
            <a:br/>
            <a:r>
              <a:t>        企业智能助手</a:t>
            </a:r>
            <a:br/>
            <a:r>
              <a:t>        集成到企业工作流，自动处理日程管理、邮件分类、会议纪要等重复性任务，提升团队整体效率30%以上。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企业智能助手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开发者工具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智能代码审查、自动生成测试用例、Bug分析与修复建议，加速开发周期，降低人为错误率。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个人知识管理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跨平台信息整合、智能标签分类、自动生成摘要，告别信息过载，实现知识的高效沉淀与复用。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多模态交互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支持文本、语音、图像多种输入方式，输出结构化结果，无缝对接各类智能硬件设备。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最佳实践指南</a:t>
            </a:r>
            <a:br/>
            <a:r>
              <a:t>      </a:t>
            </a:r>
            <a:br/>
            <a:r>
              <a:t>      </a:t>
            </a:r>
            <a:br/>
            <a:r>
              <a:t>      </a:t>
            </a:r>
            <a:br/>
            <a:r>
              <a:t>        </a:t>
            </a:r>
            <a:br/>
            <a:r>
              <a:t>  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  数据安全优先安全</a:t>
            </a:r>
            <a:br/>
            <a:r>
              <a:t>          敏感信息本地化处理，使用加密存储，权限分级管理，确保数据主权与隐私合规。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数据安全优先安全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渐进式部署</a:t>
            </a:r>
            <a:br/>
            <a:r>
              <a:t>          从非核心场景起步，验证效果后逐步扩展，边际成本可控，风险最小化。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914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渐进式部署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74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持续反馈优化</a:t>
            </a:r>
            <a:br/>
            <a:r>
              <a:t>          建立用户反馈机制，定期复盘使用数据，迭代模型能力，实现Agent的自我进化。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886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持续反馈优化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8457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API优先架构推荐</a:t>
            </a:r>
            <a:br/>
            <a:r>
              <a:t>          标准化API设计，支持快速集成与二次开发，降低技术门槛，加速业务落地。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8857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API优先架构推荐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技术架构总览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模块化设计确保高可维护性与可扩展性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系统架构图</a:t>
            </a:r>
            <a:br/>
            <a:r>
              <a:t>  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  </a:t>
            </a:r>
            <a:br/>
            <a:r>
              <a:t>            接入层</a:t>
            </a:r>
            <a:br/>
            <a:r>
              <a:t>            </a:t>
            </a:r>
            <a:br/>
            <a:r>
              <a:t>            Web UI</a:t>
            </a:r>
            <a:br/>
            <a:r>
              <a:t>            </a:t>
            </a:r>
            <a:br/>
            <a:r>
              <a:t>            API</a:t>
            </a:r>
            <a:br/>
            <a:r>
              <a:t>            </a:t>
            </a:r>
            <a:br/>
            <a:r>
              <a:t>            SDK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  </a:t>
            </a:r>
            <a:br/>
            <a:r>
              <a:t>            Agent Core</a:t>
            </a:r>
            <a:br/>
            <a:r>
              <a:t>            </a:t>
            </a:r>
            <a:br/>
            <a:r>
              <a:t>            🔄 规划引擎</a:t>
            </a:r>
            <a:br/>
            <a:r>
              <a:t>            </a:t>
            </a:r>
            <a:br/>
            <a:r>
              <a:t>            🧠 记忆系统</a:t>
            </a:r>
            <a:br/>
            <a:r>
              <a:t>            </a:t>
            </a:r>
            <a:br/>
            <a:r>
              <a:t>            🔧 工具管理</a:t>
            </a:r>
            <a:br/>
            <a:r>
              <a:t>            </a:t>
            </a:r>
            <a:br/>
            <a:r>
              <a:t>            🛡️ 安全审计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  </a:t>
            </a:r>
            <a:br/>
            <a:r>
              <a:t>            LLM Layer</a:t>
            </a:r>
            <a:br/>
            <a:r>
              <a:t>            </a:t>
            </a:r>
            <a:br/>
            <a:r>
              <a:t>            GPT-4 / Claude / Gemini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  </a:t>
            </a:r>
            <a:br/>
            <a:r>
              <a:t>            数据层</a:t>
            </a:r>
            <a:br/>
            <a:r>
              <a:t>            </a:t>
            </a:r>
            <a:br/>
            <a:r>
              <a:t>            PostgreSQL</a:t>
            </a:r>
            <a:br/>
            <a:r>
              <a:t>            </a:t>
            </a:r>
            <a:br/>
            <a:r>
              <a:t>            Vector DB</a:t>
            </a:r>
            <a:br/>
            <a:r>
              <a:t>            </a:t>
            </a:r>
            <a:br/>
            <a:r>
              <a:t>            File Storage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  </a:t>
            </a:r>
            <a:br/>
            <a:r>
              <a:t>            外部集成</a:t>
            </a:r>
            <a:br/>
            <a:r>
              <a:t>            </a:t>
            </a:r>
            <a:br/>
            <a:r>
              <a:t>            🌐 Web Search</a:t>
            </a:r>
            <a:br/>
            <a:r>
              <a:t>            </a:t>
            </a:r>
            <a:br/>
            <a:r>
              <a:t>            📊 Data APIs</a:t>
            </a:r>
            <a:br/>
            <a:r>
              <a:t>            </a:t>
            </a:r>
            <a:br/>
            <a:r>
              <a:t>            🔌 Plugins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  </a:t>
            </a:r>
            <a:br/>
            <a:r>
              <a:t>            持久化记忆</a:t>
            </a:r>
            <a:br/>
            <a:r>
              <a:t>            </a:t>
            </a:r>
            <a:br/>
            <a:r>
              <a:t>            对话历史</a:t>
            </a:r>
            <a:br/>
            <a:r>
              <a:t>            </a:t>
            </a:r>
            <a:br/>
            <a:r>
              <a:t>            用户画像</a:t>
            </a:r>
            <a:br/>
            <a:r>
              <a:t>            </a:t>
            </a:r>
            <a:br/>
            <a:r>
              <a:t>            知识图谱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  </a:t>
            </a:r>
            <a:br/>
            <a:r>
              <a:t>            图例</a:t>
            </a:r>
            <a:br/>
            <a:r>
              <a:t>            </a:t>
            </a:r>
            <a:br/>
            <a:r>
              <a:t>            数据流</a:t>
            </a:r>
            <a:br/>
            <a:r>
              <a:t>            </a:t>
            </a:r>
            <a:br/>
            <a:r>
              <a:t>            异步调用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  </a:t>
            </a:r>
            <a:br/>
            <a:r>
              <a:t>            接入层</a:t>
            </a:r>
            <a:br/>
            <a:r>
              <a:t>            </a:t>
            </a:r>
            <a:br/>
            <a:r>
              <a:t>            核心层</a:t>
            </a:r>
            <a:br/>
            <a:r>
              <a:t>            </a:t>
            </a:r>
            <a:br/>
            <a:r>
              <a:t>            数据层</a:t>
            </a:r>
            <a:br/>
            <a:r>
              <a:t>            </a:t>
            </a:r>
            <a:br/>
            <a:r>
              <a:t>            集成层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  </a:t>
            </a:r>
            <a:br/>
            <a:r>
              <a:t>            数据处理流程</a:t>
            </a:r>
            <a:br/>
            <a:r>
              <a:t>            1. 用户请求 → 接入层</a:t>
            </a:r>
            <a:br/>
            <a:r>
              <a:t>            2. 规划引擎 → 工具调度</a:t>
            </a:r>
            <a:br/>
            <a:r>
              <a:t>            3. LLM 推理 → 结果生成</a:t>
            </a:r>
            <a:br/>
            <a:r>
              <a:t>            4. 记忆持久化 → 数据层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  来源: Hermes Agent 技术文档</a:t>
            </a:r>
            <a:br/>
            <a:r>
              <a:t>          </a:t>
            </a:r>
            <a:br/>
            <a:r>
              <a:t>        </a:t>
            </a:r>
            <a:br/>
            <a:r>
              <a:t>      </a:t>
            </a:r>
            <a:br/>
            <a:r>
              <a:t>    </a:t>
            </a:r>
            <a:br/>
            <a:r>
              <a:t>    </a:t>
            </a:r>
            <a:br/>
            <a:r>
              <a:t>    </a:t>
            </a:r>
            <a:br/>
            <a:r>
              <a:t>    </a:t>
            </a:r>
            <a:br/>
            <a:r>
              <a:t>      </a:t>
            </a:r>
            <a:br/>
            <a:r>
              <a:t>      </a:t>
            </a:r>
            <a:br/>
            <a:r>
              <a:t>      </a:t>
            </a:r>
            <a:br/>
            <a:r>
              <a:t>        </a:t>
            </a:r>
            <a:br/>
            <a:r>
              <a:t>          </a:t>
            </a:r>
            <a:br/>
            <a:r>
              <a:t>          核心设计原则</a:t>
            </a:r>
            <a:br/>
            <a:r>
              <a:t>        </a:t>
            </a:r>
            <a:br/>
            <a:r>
              <a:t>        </a:t>
            </a:r>
            <a:br/>
            <a:r>
              <a:t>          </a:t>
            </a:r>
            <a:br/>
            <a:r>
              <a:t>            ◆</a:t>
            </a:r>
            <a:br/>
            <a:r>
              <a:t>            </a:t>
            </a:r>
            <a:br/>
            <a:r>
              <a:t>              模块化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核心设计原则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各层职责清晰，可独立演进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可扩展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新增工具/模型无需改动核心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容错性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关键链路具备降级与重试机制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架构分层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关键洞察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MCP 协议作为 Agent 核心层与外部集成的标准接口，实现了工具调用的解耦与标准化，支持动态扩展与跨平台协作。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可插拔架构：新增工具无需修改核心代码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性能与安全考量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性能优化策略</a:t>
            </a:r>
            <a:br/>
            <a:r>
              <a:t>                </a:t>
            </a:r>
            <a:br/>
            <a:r>
              <a:t>                    智能请求批处理，减少 API 调用次数</a:t>
            </a:r>
            <a:br/>
            <a:r>
              <a:t>                    多级缓存机制，本地 + 分布式缓存</a:t>
            </a:r>
            <a:br/>
            <a:r>
              <a:t>                    异步非阻塞架构，提升吞吐量</a:t>
            </a:r>
            <a:br/>
            <a:r>
              <a:t>                    资源池化管理，连接复用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// 缓存配置示例</a:t>
            </a:r>
            <a:br/>
            <a:r>
              <a:t>const cacheConfig = {</a:t>
            </a:r>
            <a:br/>
            <a:r>
              <a:t>  "ttl": 300,</a:t>
            </a:r>
            <a:br/>
            <a:r>
              <a:t>  "maxSize": 1000,</a:t>
            </a:r>
            <a:br/>
            <a:r>
              <a:t>  "strategy": "LRU"</a:t>
            </a:r>
            <a:br/>
            <a:r>
              <a:t>};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    安全机制</a:t>
            </a:r>
            <a:br/>
            <a:r>
              <a:t>                </a:t>
            </a:r>
            <a:br/>
            <a:r>
              <a:t>                    端到端加密，数据传输全程 TLS 1.3</a:t>
            </a:r>
            <a:br/>
            <a:r>
              <a:t>                    严格的权限控制，RBAC + ABAC 模型</a:t>
            </a:r>
            <a:br/>
            <a:r>
              <a:t>                    敏感信息脱敏处理，隐私合规</a:t>
            </a:r>
            <a:br/>
            <a:r>
              <a:t>                    操作审计日志，全链路可追溯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AES-256</a:t>
            </a:r>
            <a:br/>
            <a:r>
              <a:t>                    OAuth 2.0</a:t>
            </a:r>
            <a:br/>
            <a:r>
              <a:t>                    GDPR</a:t>
            </a:r>
            <a:br/>
            <a:r>
              <a:t>                    SOC 2</a:t>
            </a:r>
            <a:br/>
            <a:r>
              <a:t>                </a:t>
            </a:r>
            <a:br/>
            <a:r>
              <a:t>            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    💡 设计原则</a:t>
            </a:r>
            <a:br/>
            <a:r>
              <a:t>            性能与安全不是对立面。通过预计算、缓存优化和最小权限原则，在保证安全的前提下实现毫秒级响应。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性能优化策略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智能请求批处理，减少 API 调用次数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多级缓存机制，本地 + 分布式缓存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异步非阻塞架构，提升吞吐量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资源池化管理，连接复用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安全机制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端到端加密，数据传输全程 TLS 1.3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严格的权限控制，RBAC + ABAC 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敏感信息脱敏处理，隐私合规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操作审计日志，全链路可追溯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竞品对比分析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全面评估 Hermes Agent 在市场中的核心竞争力 技术分享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Hermes Agent 核心优势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持久化记忆系统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首创长期记忆存储机制，跨会话保持上下文连贯性，真正实现"越用越懂你"的智能体验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全平台无缝衔接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支持 Web / Mobile / Desktop 多端实时同步，打破设备边界，随时随地连续工作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开放插件生态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丰富的插件市场和开放的 API 接口，支持企业级定制和第三方系统集成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高性能低延迟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端到端响应时间 &amp;lt;200ms，94.2% 任务成功率，远超行业平均水平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安全合规保障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9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企业级数据安全体系，符合 GDPR 和国内数据合规要求，私有化部署方案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314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自我进化能力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78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基于用户反馈持续优化模型，实现真正的个性化成长和性能提升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8286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总结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8857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Hermes Agent 在持久化记忆、多平台生态和性能指标三个维度建立了显著竞争优势。通过持续的技术创新和用户体验优化，正在重新定义 AI Agent 的行业标准。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未来路线图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技术演进方向与增长预期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已规划</a:t>
            </a:r>
            <a:br/>
            <a:r>
              <a:t>        </a:t>
            </a:r>
            <a:br/>
            <a:r>
              <a:t>        </a:t>
            </a:r>
            <a:br/>
            <a:r>
              <a:t>           远景目标</a:t>
            </a:r>
            <a:br/>
            <a:r>
              <a:t>        </a:t>
            </a:r>
            <a:br/>
            <a:r>
              <a:t>      </a:t>
            </a:r>
            <a:br/>
            <a:r>
              <a:t>    </a:t>
            </a:r>
            <a:br/>
            <a:br/>
            <a:r>
              <a:t>    </a:t>
            </a:r>
            <a:br/>
            <a:r>
              <a:t>    </a:t>
            </a:r>
            <a:br/>
            <a:r>
              <a:t>      </a:t>
            </a:r>
            <a:br/>
            <a:r>
              <a:t>      </a:t>
            </a:r>
            <a:br/>
            <a:r>
              <a:t>        </a:t>
            </a:r>
            <a:br/>
            <a:r>
              <a:t>          2025 Q2-Q3：能力跃升</a:t>
            </a:r>
            <a:br/>
            <a:r>
              <a:t>          已规划</a:t>
            </a:r>
            <a:br/>
            <a:r>
              <a:t>        </a:t>
            </a:r>
            <a:br/>
            <a:r>
              <a:t>        构建多模态交互引擎，支持语音、图像与代码的实时处理；开放插件市场，引入首批100+垂直领域Skill。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2025 Q2-Q3：能力跃升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2025 Q4：生态扩展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实现企业级SSO与私有化部署；打通主流办公软件生态，实现与Slack、飞书、钉钉的无缝协作。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2026 全年：智能化深化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上线自我反思与纠错机制，Agent可自主评估任务完成质量；推出"成长学习"模块，支持从用户反馈中持续优化行为策略。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2027+：生态繁荣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发展去中心化Agent网络，跨设备跨平台协同；构建开放协议标准，赋能千行百业定制化AI Agent解决方案。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记忆压缩算法：智能上下文管理，降低Token消耗，提升推理效率。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垂直领域Skill：针对特定行业优化的AI能力插件，可快速部署到企业场景。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* 预期成效基于行业对标数据测算，实际效果因企业场景而异。远景目标取决于技术发展与市场环境。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核心要点回顾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自我进化的 AI Agent 新范式</a:t>
            </a:r>
            <a:br/>
            <a:r>
              <a:t>                            Hermes Agent 突破传统 Agent 局限，具备持续学习和自适应能力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自我进化的 AI Agent 新范式</a:t>
            </a:r>
            <a:br/>
            <a:r>
              <a:t>                            Hermes Agent 突破传统 Agent 局限，具备持续学习和自适应能力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持久化记忆系统</a:t>
            </a:r>
            <a:br/>
            <a:r>
              <a:t>                            跨会话知识保留，智能上下文管理，越用越懂你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持久化记忆系统</a:t>
            </a:r>
            <a:br/>
            <a:r>
              <a:t>                            跨会话知识保留，智能上下文管理，越用越懂你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多平台无缝协作</a:t>
            </a:r>
            <a:br/>
            <a:r>
              <a:t>                            桌面、移动、Web 全平台覆盖，随时随地高效工作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多平台无缝协作</a:t>
            </a:r>
            <a:br/>
            <a:r>
              <a:t>                            桌面、移动、Web 全平台覆盖，随时随地高效工作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开放生态与扩展性</a:t>
            </a:r>
            <a:br/>
            <a:r>
              <a:t>                            丰富的插件体系，支持自定义工具集成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开放生态与扩展性</a:t>
            </a:r>
            <a:br/>
            <a:r>
              <a:t>                            丰富的插件体系，支持自定义工具集成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安全与隐私保障</a:t>
            </a:r>
            <a:br/>
            <a:r>
              <a:t>                            本地优先部署，数据自主可控，企业级安全保障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安全与隐私保障</a:t>
            </a:r>
            <a:br/>
            <a:r>
              <a:t>                            本地优先部署，数据自主可控，企业级安全保障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问答环节</a:t>
            </a:r>
            <a:br/>
            <a:r>
              <a:t>                </a:t>
            </a:r>
            <a:br/>
            <a:r>
              <a:t>                    感谢您的聆听！</a:t>
            </a:r>
            <a:br/>
            <a:r>
              <a:t>                    如有任何问题或想法，欢迎交流探讨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0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问答环节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