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机构投资者、基金经理，早上好！欢迎收看今日的A股市场行情日报。今日A股市场整体呈现震荡上行态势，三大指数均实现小幅上涨。沪指成功站上3200点整数关口，市场情绪有所回暖。从今日数据来看，上证指数收于3223.64点，涨幅0.33%；深证成指收于13345.51点，涨幅0.79%；创业板指收于3235.22点，涨幅0.63%。沪深两市今日成交额达到3.09万亿元，市场活跃度维持在较好水平。接下来我将为您详细解读今日的市场走势、成交情况及热点板块动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两市成交额突破3万亿大关，为近期较高水平，显示市场活跃度显著提升。从涨跌分布来看，上涨家数明显多于下跌家数，市场赚钱效应明显改善。创业板表现相对强势，涨幅领先于主板市场。从技术面看，三大指数均收复多条均线，短期趋势转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28090"/>
                </a:solidFill>
              </a:defRPr>
            </a:pPr>
            <a:r>
              <a:t>A股市场行情日报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三大指数集体收涨，沪指3200点上方企稳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8090"/>
                </a:solidFill>
              </a:defRPr>
            </a:pPr>
            <a:r>
              <a:t>📊 Market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28090"/>
                </a:solidFill>
              </a:defRPr>
            </a:pPr>
            <a:r>
              <a:t>市场成交与涨跌统计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