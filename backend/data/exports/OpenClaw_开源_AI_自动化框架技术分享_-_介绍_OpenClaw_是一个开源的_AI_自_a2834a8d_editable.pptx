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开场介绍 OpenClaw 的定位：一个专为开发者设计的开源 AI 自动化框架。强调开源、透明、可扩展三大核心价值主张。首先感谢大家的到来，然后简要说明本次分享将涵盖框架架构、核心特性、应用场景等内容。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从开发者视角阐述选择 OpenClaw 的六大理由。重点强调：1）开源透明让代码可审计，消除对黑盒的担忧；2）本地部署确保数据隐私，满足企业合规要求；3）跨平台能力降低使用门槛；4）模型无关带来灵活性，可根据成本性能切换大模型；5）插件系统支持定制化开发；6）生产级特性让团队快速落地 AI 自动化方案。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本页采用左右分栏展示 OpenClaw 的两大核心能力板块。左侧聚焦集成连接能力，重点突出 50+ 预置集成这一核心差异化优势，覆盖 AI 服务、云平台和数据源三大类别。右侧聚焦自动化执行能力，突出可编程工作流引擎这一核心能力，配合拖拽式编排、智能条件分支和容错机制三个关键特性。两栏采用不同的强调色（青色 vs 珊瑚红）进行视觉区分，帮助观众快速理解框架的两大核心价值主张。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深入讲解持久记忆和扩展机制，这是区分于简单 ChatGPT 封装的关键。持久记忆通过 RAG 技术实现跨会话的上下文保持，对于构建真正智能的 Agent 至关重要。BYOM 模式强调用户对数据和模型的完全控制权，这对于企业级应用和敏感数据场景尤为重要。Skills 系统提供模块化的能力扩展，预置 50+ 常用技能。插件系统支持热插拔，可动态加载自定义扩展。透明可审计特性满足金融、医疗等行业的合规要求，所有操作都有完整日志记录。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结尾页，提供清晰的上手路径和资源链接。鼓励开发者参与开源社区，推动框架发展。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开源 AI 自动化框架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为什么选择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六大核心优势，构建值得信赖的 AI 自动化平台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开源透明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Apache 2.0 许可证，代码完全可见可审计，无供应商锁定风险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本地部署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数据留存在本地环境，支持完全私有化部署，满足合规要求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跨平台运行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原生支持 Windows、macOS、Linux 三大系统，一套代码多端运行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模型无关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兼容任意 LLM API：OpenAI GPT、Claude、本地模型 Ollama 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高度可扩展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插件系统与 Skills 机制，轻松扩展功能边界，生态持续繁荣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生产就绪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0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完整错误处理、详细日志记录、运行状态监控，开箱即用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集成 &amp; 连接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无缝对接各类外部系统与服务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服务集成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OpenAI、Claude、 Gemini、本地模型统一接入，自适应模型路由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云平台生态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AWS、Azure、GCP 深度集成，基础设施即代码管理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数据源连接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MySQL、PostgreSQL、MongoDB、Redis、Elasticsearch 全覆盖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自动化 &amp; 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强大的工作流编排与任务执行引擎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拖拽式编排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可视化节点编辑器，零代码构建复杂业务流程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7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智能条件分支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73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LLM 驱动的动态路由，基于上下文智能决策执行路径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7714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容错与重试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8286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指数退避重试策略、死信队列、熔断降级机制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持久记忆与扩展机制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构建企业级 AI Agent 的核心技术支撑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57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持久记忆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28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跨会话上下文保持，RAG 增强检索能力，支持海量知识库的高效语义匹配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28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BYOM 模型支持 Bring Your Own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自带 API Key，数据完全自主可控，支持 OpenAI/Anthropic/本地模型灵活切换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Skills 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71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可复用的 AI 技能模块，预置 50+ 技能，支持自定义开发和社区分享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17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插件系统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自定义扩展点设计，支持动态加载热插拔，轻松集成第三方服务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43200"/>
            <a:ext cx="1082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透明可审计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147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所有操作完整日志记录，支持合规审计，满足企业级安全要求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开始使用 OpenClaw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7200"/>
            <a:ext cx="10820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2F2F2"/>
                </a:solidFill>
              </a:defRPr>
            </a:pPr>
            <a:r>
              <a:t>加入我们，一起构建 AI 自动化的未来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