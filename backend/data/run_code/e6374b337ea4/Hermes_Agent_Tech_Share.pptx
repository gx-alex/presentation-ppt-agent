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 Agent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越用越强的AI Agent框架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越用越强 · 会学习 · 会记忆 · 能自我进化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Research  |  开源 MIT 许可  | 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项目概述与核心定位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70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核心架构解析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70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四层记忆系统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70F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自进化学习循环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70F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工具注册表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多平台网关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模型支持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架构对比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安全特性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4023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快速开始与展望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项目概述与核心定位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 是 Nous Research 打造的开源自进化 AI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MIT 许可证，核心特点：越用越强——不是靠手动更新配置，而是靠实战经验自己进化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自进化设计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单体内核持续学习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无需人工干预优化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2860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多平台支持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7大消息平台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6种终端后端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灵活模型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2834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9+模型提供商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400+预置模型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OpenClaw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主打多智能体协同调度 → Hermes 是单体智能体自进化 → 架构更简洁、学习更自主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安装: curl -fsSL https://hermes-agent.nousresearch.com/install.sh | bash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核心架构总览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070F3">
              <a:alpha val="10000"/>
            </a:srgbClr>
          </a:solidFill>
          <a:ln w="25400">
            <a:solidFill>
              <a:srgbClr val="0070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入口点层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(cli.py)  |  Gateway (gateway/run.py)  |  ACP 适配器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A0A0A">
              <a:alpha val="15000"/>
            </a:srgbClr>
          </a:solidFill>
          <a:ln w="254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核心引擎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AIAgent (run_agent.py)  |  Prompt Builder  |  Provider Resolution  |  Tool Dispatch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D4AF37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支撑系统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Registry (47工具/37工具集)  |  Config System  |  Memory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核心循环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80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94560" y="44805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4480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Builder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44805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4480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API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0" y="44805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4480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Dispatch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4480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44805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4480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四层记忆系统  |  核心创新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960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+ USER.md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32588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A1A2E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永久提示记忆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96012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~1300 tokens，会话开始时冻结注入，包含环境事实、项目规范、用户偏好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88720" y="2331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6213E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21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程序性记忆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196596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Agent从经验中自动创建的Markdown技能文档，触发条件：5+工具调用/错误恢复/用户纠正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Search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88720" y="33375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FTS5会话搜索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297180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SQLite+FTS5全文索引，无容量限制，完整历史记录按需检索，支持跨会话上下文复用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Honcho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8720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070F3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343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用户建模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39776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可选AI层，跨会话用户画像构建，12层身份建模，适合作为日常个人助理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72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记忆精炼化：容量限制强制筛选高价值信息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57200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572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渐进式披露：仅加载技能名称描述~3K tokens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自进化学习循环  |  持续优化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每15次工具调用触发自我评估，决定哪些内容值得持久化到记忆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触发条件：复杂任务/错误恢复/用户纠正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20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技能创建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任务完成后自动检查路径，创建可复用的SKILL.md文档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包含：使用场景、步骤流程、陷阱提示、验证方法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自我改进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使用技能时持续优化，发现更好路径时自动打补丁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使用patch而非edit保持原子性和一致性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12080" y="2880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会话搜索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00600" y="3291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FTS5全文索引跨会话检索，LLM摘要后注入上下文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840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按需加载，无容量限制，历史经验复用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学习闭环流程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006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会话进行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261872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66544" y="480060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8" name="Text 26"/>
          <p:cNvSpPr/>
          <p:nvPr/>
        </p:nvSpPr>
        <p:spPr>
          <a:xfrm>
            <a:off x="2066544" y="48006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71216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75888" y="480060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31" name="Text 29"/>
          <p:cNvSpPr/>
          <p:nvPr/>
        </p:nvSpPr>
        <p:spPr>
          <a:xfrm>
            <a:off x="3675888" y="48006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技能创建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8056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285232" y="480060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34" name="Text 32"/>
          <p:cNvSpPr/>
          <p:nvPr/>
        </p:nvSpPr>
        <p:spPr>
          <a:xfrm>
            <a:off x="5285232" y="48006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自我改进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89904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94576" y="480060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37" name="Text 35"/>
          <p:cNvSpPr/>
          <p:nvPr/>
        </p:nvSpPr>
        <p:spPr>
          <a:xfrm>
            <a:off x="6894576" y="48006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会话搜索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99248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503920" y="4800600"/>
            <a:ext cx="685800" cy="32004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80060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更强能力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工具注册表  |  47工具 / 37工具集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文件系统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20240" y="111556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1155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Read/Write/List/Search/Glob/Watch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Shell执行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69080" y="111556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1155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Bash/PowerShell/Docker/SSH/Background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代码分析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1556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155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Parser/Lint/Format/TypeCheck/Coverage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网络请求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66760" y="111556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1155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HTTP/WebSocket/GraphQL/REST/Download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系统信息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20240" y="216712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21671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OS/CPU/Memory/Disk/Process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0604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记忆管理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69080" y="216712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21671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Store/Recall/Embed/Query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媒体处理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216712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21671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Image/Audio/Video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20574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日历时间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66760" y="2167128"/>
            <a:ext cx="411480" cy="256032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21671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9516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Calendar/Timer/Scheduler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200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A0A0A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🔌 MCP服务器支持：可动态注册外部工具，通过 mcp_config.yaml 配置，自动注入到工具注册表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自注册机制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@register_tool 装饰器自动注册，元数据内联，类型安全，代码即文档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E1E1E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617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@register_tool(name='Read', category='filesystem')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" y="4818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read_file(path: str) -&gt; str: ...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4709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agent.use_tool('Read', path='/data.txt')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多平台网关  |  一次开发多端运行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CLI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开发者调试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45920" y="100584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070F3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1051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Telegram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4173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日常助手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34640" y="100584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070F3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51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Discord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4173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社区团队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100584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070F3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051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💼 Slack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4173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企业协作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12080" y="100584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070F3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051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WhatsApp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14173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客户服务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100584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070F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051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Signal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4173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隐私通信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89520" y="100584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0070F3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10515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Email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14173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报告推送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网关消息路由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平台消息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27632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98064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2798064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消息标准化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68496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38928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79792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35" name="Text 33"/>
          <p:cNvSpPr/>
          <p:nvPr/>
        </p:nvSpPr>
        <p:spPr>
          <a:xfrm>
            <a:off x="7479792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AIAgent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50224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0A0A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820656" y="214884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9820656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回复投递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终端后端对比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2971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4592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启动速度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01752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8912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最优场景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64592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01752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38912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开发测试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611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64592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3-10s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017520" y="3611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$5-50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389120" y="3611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03520" y="3611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生产部署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3931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64592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01752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云主机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38912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03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远程开发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4251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Singularity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64592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10-30s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01752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389120" y="4251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✅✅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03520" y="4251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科学计算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1" name="Text 69"/>
          <p:cNvSpPr/>
          <p:nvPr/>
        </p:nvSpPr>
        <p:spPr>
          <a:xfrm>
            <a:off x="54864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64592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01752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按调用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389120" y="457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0352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无服务器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489204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548640" y="4892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645920" y="4892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017520" y="4892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近零空闲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389120" y="4892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0352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高频短任务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⏰ 定时任务：自然语言设置 | hermes cron schedule "每天早上8点发日报" | 完整Agent会话运行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85" name="Text 8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模型支持  |  700+预置模型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Portal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综合平台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4884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路由优化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开源生态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0AA00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全系列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GPT-4/3.5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10058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5722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长文本处理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国内支持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51460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560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小米 MiMo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788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端侧高效推理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0" y="251460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2560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Z.ai / GLM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2788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智谱清言中文优化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51460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560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/ Moonshot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788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超长上下文窗口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2514600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2560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MiniMax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788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0A0A0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Provider Fallback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3611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 Provider 不可用时自动切换备用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配置: config.yaml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primary: nous-portal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fallback: [openrouter, openai]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2004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Prompt 缓存优化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4632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系统提示前缀稳定，支持API缓存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本地内容去重压缩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降低延迟和成本 30-50%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切换命令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80060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1E1E1E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model --provider openrouter --model claude-3-sonnet    |    hermes model (交互式选择)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安全特性  |  多层防护体系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容器加固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只读根文件系统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丢弃Linux Capabilities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Namespace隔离(PID/Network/Mount)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输入扫描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Prompt注入检测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凭证泄露检测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2743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SSH后门识别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不可见Unicode剥离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548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技能审计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安装前安全扫描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468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已安装技能验证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743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恶意模式检测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0070F3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0372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输出防护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2194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输出内容审查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2468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敏感信息掩码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2743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PII数据脱敏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474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零遥测 (Zero Telemetry)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无外部数据发送 | 本地化处理 | 隐私隔离 | 无追踪标识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命令行工具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526280"/>
            <a:ext cx="2651760" cy="411480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26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run --security-mode=strict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4526280"/>
            <a:ext cx="2651760" cy="411480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4526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skills audit --full-scan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4526280"/>
            <a:ext cx="2651760" cy="411480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4526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security status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架构对比  |  Hermes vs OpenClaw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7744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0" y="1005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单体智能体 + 自进化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多智能体编排 + 手动配置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入口机制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3个统一入口 (CLI/Gateway/ACP)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独立交付机制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423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四层记忆架构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423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Hub 路由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技能获取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926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自动创建 + 自我改进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手动定义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平台接入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网关统一接入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独立配置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演进方式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自主学习优化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人工配置驱动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选型建议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0070F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709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Hermes: 长期个人助手、隐私优先、自动化任务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4709160"/>
            <a:ext cx="4023360" cy="365760"/>
          </a:xfrm>
          <a:prstGeom prst="roundRect">
            <a:avLst>
              <a:gd name="adj" fmla="val 12500"/>
            </a:avLst>
          </a:prstGeom>
          <a:solidFill>
            <a:srgbClr val="888888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4709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OpenClaw: 复杂多Agent协作、企业工作流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自进化学习循环：持续从交互中学习，动态优化行为模式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四层记忆架构：情景→短期→长期→元认知，分层管理记忆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渐进式技能披露：按需解锁能力，避免信息过载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平台无关核心：Windows/macOS/Linux 一套代码，无缝迁移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✦ Serverless 执行：零维护后台运行，即插即用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长期个人助手 | 跨平台一致 | 自动化任务 | 隐私部署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657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44336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一次性任务 | 复杂多Agent协作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真正成为你的第二大脑 —— 从今天开始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https://hermes-agent.nousresearch.com/install.sh | bash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Agent：越用越强的AI Agent框架</dc:title>
  <dc:subject>开源自进化AI Agent技术分享</dc:subject>
  <dc:creator>Nous Research</dc:creator>
  <cp:lastModifiedBy>Nous Research</cp:lastModifiedBy>
  <cp:revision>1</cp:revision>
  <dcterms:created xsi:type="dcterms:W3CDTF">2026-04-15T01:18:59Z</dcterms:created>
  <dcterms:modified xsi:type="dcterms:W3CDTF">2026-04-15T01:18:59Z</dcterms:modified>
</cp:coreProperties>
</file>