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开场白：介绍AI发展的重要趋势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本次分享将从三个维度分析AI发展趋势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市场数据显示AI正在高速增长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🚀 AI发展趋势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人工智能引领未来科技变革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📋 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📊 市场概况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