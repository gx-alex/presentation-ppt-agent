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Smoke render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914400"/>
            <a:ext cx="91440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Native Renderer 已接通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2286000"/>
            <a:ext cx="9144000" cy="17145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+ PptxGenJS 承担 PPTX 渲染，</a:t>
            </a:r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继续负责编排、权限、存储与任务状态。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00100" y="800100"/>
            <a:ext cx="10668000" cy="40005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GeneralAgent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GeneralAgent Native Renderer Smoke Test</dc:title>
  <dc:subject>P1 service validation</dc:subject>
  <dc:creator>GeneralAgent Smoke Test</dc:creator>
  <cp:lastModifiedBy>GeneralAgent Smoke Test</cp:lastModifiedBy>
  <cp:revision>1</cp:revision>
  <dcterms:created xsi:type="dcterms:W3CDTF">2026-03-30T10:55:25Z</dcterms:created>
  <dcterms:modified xsi:type="dcterms:W3CDTF">2026-03-30T10:55:25Z</dcterms:modified>
  <dc:description>P1 service validation</dc:description>
  <cp:keywords>generalagent, native-pptx, tech_dark, smoke, native-renderer</cp:keywords>
</cp:coreProperties>
</file>