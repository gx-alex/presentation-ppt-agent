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介绍AI的重要性和本次演讲的主要内容，引导观众进入AI的世界。可以先用一个引人入胜的问题开场，比如「你们想象过五年后的世界会是什么样子吗？」然后简要介绍今天的演讲将涵盖AI的最新发展、应用场景以及未来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简要介绍五个章节的内容，让观众对整体框架有清晰认知。本演示将从AI基础概念出发，深入技术原理，分析行业应用，并展望未来挑战与机遇。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时间线讲述AI发展的重要里程碑，突出关键突破节点，展示技术演进脉络。从1950年图灵测试的理论基础，到1956年达特茅斯会议正式命名，再到1997年深蓝的标志性胜利，2012年深度学习的突破，2016年AlphaGo的震撼登场，直至2023年生成式AI的大爆发。每个节点都代表了AI发展的重要转折点，强调技术进步的加速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生成失败: litellm.APIConnectionError: MinimaxException - Cannot connect to host api.minimaxi.com:443 ssl:&lt;ssl.SSLContext object at 0x11f60e8d0&gt; [Connection reset by peer]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具体数据展示AI市场的蓬勃发展和商业价值，增强说服力和可信度。强调1.8万亿美元的市场规模意味着AI已经成为全球最重要的经济引擎之一。78%的企业采用率说明AI不再是实验性技术，而是已经成为企业运营的必要工具。40-60%的效率提升是AI价值最直接的体现。500亿美元的投资则表明资本市场对AI未来发展的高度信心。这些数据共同构成了AI重塑未来的有力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细解释三种机器学习方法的核心原理：监督学习需要有标注的数据集，适合分类和回归问题；无监督学习不需要标签，通过聚类或降维发现数据模式；强化学习则通过试错机制，根据环境反馈的奖励信号学习最优策略。举例说明：监督学习如邮箱垃圾分类，无监督学习如电商用户行为分群，强化学习如AlphaGo下棋。在日常生活中，推荐系统、信用评分、人脸识别等都是机器学习的典型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具体案例和数据展示AI在四个主要行业的实际应用价值和成效。建议先介绍医疗领域的AI辅助诊断突破，再讲解金融风控的智能升级，然后展示制造业的预测性维护成果，最后说明智慧办公对工作效率的显著提升。每个行业都配合具体数据说明，便于听众理解AI的实际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介绍AI技术发展的四大趋势：多模态融合实现全感官交互、边缘AI推动终端智能化、AI Agent开启自主行动新时代、可解释AI建立信任合规基础。分析这些趋势如何从技术底层重构AI范式，对产业和社会产生深远影响。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观分析AI发展的双面性，引导观众理性思考AI带来的变革和需要共同面对的问题。在机遇方面，重点阐述AI如何提升效率、创造新业态、改善生活；在挑战方面，强调数据隐私、算法偏见、就业结构等核心问题；最后提出法规完善、伦理建设、人机协作三大应对策略，引导观众思考如何在把握机遇的同时积极应对挑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总结本次演讲的三个核心观点：AI已成为重塑社会的核心驱动力、核心技术与应用场景持续突破、我们需要把握机遇共创智能未来。感谢观众的聆听，表达期待交流的心情，开放Q&amp;A环节。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人工智能</a:t>
            </a:r>
            <a:br/>
            <a:r>
              <a:t>      重塑未来的科技革命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AI发展历程：从梦想到现实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见证人工智能如何从理论走向改变世界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图灵提出「机器能思考吗」，奠定理论基础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达特茅斯会议首次提出「人工智能」术语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IBM深蓝击败国际象棋冠军卡斯帕罗夫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深度学习突破，ImageNet识别准确率大幅提升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AlphaGo战胜围棋世界冠军李世石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GPT-4等大模型引爆生成式AI浪潮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⚠️ 第 4 页生成失败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litellm.APIConnectionError: MinimaxException - Cannot connect to host api.minimaxi.com:443 ssl: [Connection reset by peer]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AI市场与技术数据洞察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机器学习：智能的基石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监督学习 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用标注数据训练模型，让AI学会输入与输出的对应关系。核心用于分类（判断类别）和回归（预测数值）任务。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无监督学习 Unsupervised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从无标注数据中自动发现隐藏模式与结构。无需人工标签，通过聚类和降维揭示数据内在规律。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强化学习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通过与环境交互学习最优策略。智能体尝试不同行动，根据奖励信号调整行为，追求长期收益最大化。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典型应用场景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AI赋能千行百业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智能化转型正在深刻改变传统产业格局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医疗健康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Medical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智能影像分析系统可在3秒内完成CT扫描分析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金融服务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Financial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实时欺诈检测系统每秒处理交易超百万笔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智能制造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Smart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数字孪生技术实现生产全流程可视化监控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智慧办公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Intelligent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7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AI会议助手自动生成会议纪要和待办事项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📊 数据来源：2024年各行业AI应用白皮书 | 覆盖企业超过10,000家 | 平均实施周期6-12个月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Future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未来已来：AI发展趋势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多模态融合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文本、图像、视频统一处理，交互更自然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边缘AI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模型轻量化，终端设备智能化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自主规划执行任务的智能体成为新风口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可解释AI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透明可解释的AI系统增强信任与合规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💡 产业影响：这四大趋势将重构AI技术范式，从云端到终端、从感知到认知、从工具到伙伴，AI正在从「能做什么」向「该怎么做」演进。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AI时代的机遇与挑战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应对策略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Response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拥抱AI，智创未来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社会驱动力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AI已从技术概念演变为重塑社会的核心驱动力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技术应用双突破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核心技术持续突破，应用场景不断拓展深化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共创智能未来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把握机遇、应对挑战，共建智能美好未来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