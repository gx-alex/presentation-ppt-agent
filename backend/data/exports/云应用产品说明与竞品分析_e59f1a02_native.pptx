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云计算市场规模与发展趋势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云计算市场规模与发展趋势 中国云计算市场持续高速增长，云应用成为重要细分领域 2024年市场规模 4,572亿元 同比增长19.5% 2024年市场规模：4,572亿元 2025年预测规模 5,563亿元 增速趋于平稳 2025年预测规模：5,563亿元 云应用渗透率 38% 企业上云占比 云应用渗透率：38% 04 /</c:v>
                  </c:pt>
                  <c:pt idx="1">
                    <c:v>2024年市场规模 4,572亿元 同比增长19.5% 2024年市场规模：4,572亿元 2025年预测规模 5,563亿元 增速趋于平稳 2025年预测规模：5,563亿元 云应用渗透率 38% 企业上云占比 云应用渗透率</c:v>
                  </c:pt>
                  <c:pt idx="2">
                    <c:v>云应用渗透率 38% 企业上云占比 云应用渗透率</c:v>
                  </c:pt>
                  <c:pt idx="3">
                    <c:v>云应用渗透率</c:v>
                  </c:pt>
                  <c:pt idx="4">
                    <c:v>04 /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</c:v>
                </c:pt>
                <c:pt idx="2">
                  <c:v>38</c:v>
                </c:pt>
                <c:pt idx="3">
                  <c:v>38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开场致辞：介绍报告背景、分析目的及受众定位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介绍报告四大板块结构，帮助听众建立整体框架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过渡语：进入第一部分，介绍云应用市场背景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引用艾瑞、IDC等权威报告数据，强调市场增长趋势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清晰解释什么是云应用，对比传统应用部署模式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过渡语：进入产品解析部分，先看阿里无影云应用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介绍阿里无影云应用的定位、技术架构和生态优势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分场景介绍无影云应用的核心功能和技术能力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详细说明各版本的配置和价格，解读性价比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介绍天翼云应用的定位、运营商独特优势和央企背景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强调天翼云应用的运营商独特优势和政企服务能力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过渡语：进入竞品对比环节，进行全面比较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云应用产品说明与竞品分析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MiniMax Zero-to-One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云应用产品说明与竞品分析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云应用产品说明与竞品分析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vs 中国电信天翼云应用深度对比报告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vs 中国电信天翼云应用深度对比报告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要点 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企业决策者参考 要点 2 产品经理必读 要点 3 技术架构师指南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报告目录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四大板块结构导航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报告目录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报告目录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四大板块结构导航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四大板块结构导航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市场背景与产品定义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产品深度解析 竞品全面对比 选型建议与行动指南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市场背景与产品定义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300" y="2369344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市场背景与产品定义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6300" y="2852738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云应用赛道发展现状与核心概念解读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云计算市场规模与发展趋势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中国云计算市场持续高速增长，云应用成为重要细分领域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2024年市场规模 4,572亿元 同比增长19.5% 2024年市场规模：4,572亿元 2025年预测规模 5,563亿元 增速趋于平稳 2025年预测规模：5,563亿元 云应用渗透率 38% 企业上云占比 云应用渗透率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24800" y="3257550"/>
            <a:ext cx="3390900" cy="1752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2024年市场规模 4,572亿元 同比增长19.5% 2024年市场规模：4,572亿元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云应用（CloudApp）概念解析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基于云原生的即点即用应用交付新范式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定义：基于云原生架构，通过浏览器或轻量客户端即点即用的应用交付模式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6300" y="2358390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核心特点：无需本地安装、自动弹性配置、跨设备无缝衔接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6300" y="2830830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技术优势：集中运维、即时可用、安全可控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部署周期从1-2周缩短至&lt;1天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聚焦该项的具体动作、责任人和预期收益。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29350" y="2896076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TCO降低40%以上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29350" y="3422809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聚焦该项的具体动作、责任人和预期收益。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产品深度解析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300" y="2369344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产品深度解析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6300" y="2852738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两大云厂商云应用产品全面深度解析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产品概述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阿里云旗舰级云应用产品，构建三位一体云上工作空间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产品概述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产品概述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阿里云旗舰级云应用产品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构建三位一体云上工作空间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产品定位：云工作站+云桌面+云应用三合一平台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围绕该要点展开关键论据与落地方式 核心技术：自研无影桌面协议、智能编解码、GPU虚拟化 围绕该要点展开关键论据与落地方式 生态优势：深度集成阿里云生态，支持钉钉、支付宝等 围绕该要点展开关键论据与落地方式 服务保障：SLA 99.9%可用性，全国多Region部署 围绕该要点展开关键论据与落地方式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核心功能与适用场景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全场景覆盖，高性能GPU云端计算能力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核心功能与适用场景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核心功能与适用场景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全场景覆盖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高性能GPU云端计算能力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GPU云桌面：专业图形处理、视频剪辑、3D建模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云应用池：适配各类Windows/Linux软件 智能调度：基于负载自动伸缩资源 安全管控：外设管理、水印、录屏审计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阿里无影云应用 - 价格体系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灵活计费模式，支持包年包月与按量付费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当前状态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基础版：适合轻量办公，2核4G配置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6300" y="288512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专业版：适合中度负载，4核8G配置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目标状态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29350" y="241268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旗舰版：适合重度计算，8核16G+专业GPU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29350" y="2885123"/>
            <a:ext cx="5086350" cy="3771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企业版：支持混合部署，定制化服务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产品概述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中国电信天翼云推出的运营商级云应用服务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产品概述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产品概述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中国电信天翼云推出的运营商级云应用服务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中国电信天翼云推出的运营商级云应用服务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产品定位：运营商级云电脑+云桌面一体化平台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围绕该要点展开关键论据与落地方式 核心优势：运营商骨干网络资源、广泛覆盖、央企背书 围绕该要点展开关键论据与落地方式 产品矩阵：天翼云电脑、天翼云桌面、天翼云应用 围绕该要点展开关键论据与落地方式 服务保障：全国3万+装维团队，本地化服务响应 围绕该要点展开关键论据与落地方式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核心功能与适用场景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运营商级服务，5G+云网融合特色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核心功能与适用场景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天翼云应用 - 核心功能与适用场景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运营商级服务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5G+云网融合特色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云电脑：即开即用的云端电脑，支持多端接入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云桌面：集中管理、安全可控的虚拟桌面 特色能力：5G+云网融合、超低延迟接入 政企服务：专属客户经理、定制化解决方案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竞品全面对比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多维度深度对比，明确各自优劣势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76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6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竞品全面对比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竞品全面对比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300" y="18859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0574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多维度深度对比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24384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明确各自优劣势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6300" y="4019550"/>
            <a:ext cx="5105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6800" y="4191000"/>
            <a:ext cx="4724400" cy="323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下一步行动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6800" y="4572000"/>
            <a:ext cx="4724400" cy="11811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下一步行动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云应用产品说明与竞品分析</dc:title>
  <dc:subject>云应用产品说明与竞品分析</dc:subject>
  <dc:creator>GeneralAgent Native Renderer</dc:creator>
  <cp:lastModifiedBy>GeneralAgent Native Renderer</cp:lastModifiedBy>
  <cp:revision>1</cp:revision>
  <dcterms:created xsi:type="dcterms:W3CDTF">2026-03-31T03:08:49Z</dcterms:created>
  <dcterms:modified xsi:type="dcterms:W3CDTF">2026-03-31T03:08:49Z</dcterms:modified>
  <dc:description>云应用产品说明与竞品分析</dc:description>
  <cp:keywords>generalagent, native-pptx, business_light, business_light, native-renderer, pptx, semantic-layout</cp:keywords>
</cp:coreProperties>
</file>