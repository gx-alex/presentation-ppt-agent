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Export success</c:v>
                  </c:pt>
                  <c:pt idx="1">
                    <c:v>Preview match</c:v>
                  </c:pt>
                  <c:pt idx="2">
                    <c:v>Roundtrip writeback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100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Dual Artifacts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is canonical.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is canonical.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2935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preview is rendered from DeckSpec.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success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match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Debug</dc:title>
  <dc:subject>P3 Debug</dc:subject>
  <dc:creator>GeneralAgent Native Renderer</dc:creator>
  <cp:lastModifiedBy>GeneralAgent Native Renderer</cp:lastModifiedBy>
  <cp:revision>1</cp:revision>
  <dcterms:created xsi:type="dcterms:W3CDTF">2026-03-30T12:34:44Z</dcterms:created>
  <dcterms:modified xsi:type="dcterms:W3CDTF">2026-03-30T12:34:44Z</dcterms:modified>
  <dc:description>P3 Debug</dc:description>
  <cp:keywords>generalagent, native-pptx, tech_dark, tech_dark, native-renderer, pptx, semantic-layout</cp:keywords>
</cp:coreProperties>
</file>